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Performance Management in Microsoft Dynamics 365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716598" cy="282568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By : Mohamed Alm-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ElDin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Ahmed</a:t>
            </a:r>
          </a:p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Shrouk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Magdy Gamal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Abdelrahman Alaa Farouk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Basma AlaaEldin Mohsen</a:t>
            </a: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Hossam Hassan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ELsayed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Performance 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module in Dynamics 365 used to evaluate and track employee performance.</a:t>
            </a:r>
          </a:p>
          <a:p>
            <a:r>
              <a:rPr dirty="0"/>
              <a:t>Helps align employee goals with organizational objectives.</a:t>
            </a:r>
          </a:p>
          <a:p>
            <a:r>
              <a:rPr dirty="0"/>
              <a:t>Supports both managers and employees in monitoring progress.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 in Dynamics 365 PM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 Setting and Tracking</a:t>
            </a:r>
          </a:p>
          <a:p>
            <a:r>
              <a:t>Performance Reviews and Evaluations</a:t>
            </a:r>
          </a:p>
          <a:p>
            <a:r>
              <a:t>Competency Assessments</a:t>
            </a:r>
          </a:p>
          <a:p>
            <a:r>
              <a:t>Employee Feedback and Notes</a:t>
            </a:r>
          </a:p>
          <a:p>
            <a:r>
              <a:t>Rating Scales and Weighting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Cycles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Define the timeline for evaluations (monthly, quarterly, yearly).</a:t>
            </a:r>
          </a:p>
          <a:p>
            <a:r>
              <a:rPr dirty="0"/>
              <a:t>Includes stages like goal creation, mid-year review, and final evaluation.</a:t>
            </a:r>
          </a:p>
          <a:p>
            <a:r>
              <a:rPr dirty="0"/>
              <a:t>Ensures structured and repeatable performance processes.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Performance Journals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Employees can record achievements and progress.</a:t>
            </a:r>
          </a:p>
          <a:p>
            <a:r>
              <a:rPr dirty="0"/>
              <a:t>Managers can add feedback throughout the cycle.</a:t>
            </a:r>
          </a:p>
          <a:p>
            <a:r>
              <a:rPr dirty="0"/>
              <a:t>Improves transparency and fairness in evaluations.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Benefits of D365 Performance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employee engagement and accountability.</a:t>
            </a:r>
          </a:p>
          <a:p>
            <a:r>
              <a:t>Supports data-driven decision-making for managers.</a:t>
            </a:r>
          </a:p>
          <a:p>
            <a:r>
              <a:t>Enhances long-term development and career planning.</a:t>
            </a:r>
          </a:p>
          <a:p>
            <a:r>
              <a:t>Boosts overall organizational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170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Performance Management in Microsoft Dynamics 365</vt:lpstr>
      <vt:lpstr>What is Performance Management?</vt:lpstr>
      <vt:lpstr>Core Features in Dynamics 365 PM</vt:lpstr>
      <vt:lpstr>Performance Cycles</vt:lpstr>
      <vt:lpstr>Using Performance Journals</vt:lpstr>
      <vt:lpstr>Benefits of D365 Performance Management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 Alm</cp:lastModifiedBy>
  <cp:revision>3</cp:revision>
  <dcterms:created xsi:type="dcterms:W3CDTF">2013-01-27T09:14:16Z</dcterms:created>
  <dcterms:modified xsi:type="dcterms:W3CDTF">2025-11-14T17:32:16Z</dcterms:modified>
  <cp:category/>
</cp:coreProperties>
</file>